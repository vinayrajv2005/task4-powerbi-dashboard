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3" d="100"/>
          <a:sy n="93" d="100"/>
        </p:scale>
        <p:origin x="96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2098F3-04AA-42D4-B053-DB4C2431E2A1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91C5D-8E05-4802-A83E-C1398B7A5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796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91C5D-8E05-4802-A83E-C1398B7A521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28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D2530-C9D4-AAFA-7959-582E3A02A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9974C1-5ED5-DFD9-8858-360933A71A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16ED1-DBFB-4E1E-F00E-69D96F539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D8AA-2300-43E7-BF39-186F8F1E7FF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2DB0-BBB7-C0A7-0A32-1E16ACC3B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31CFC-D3E7-A3D5-EADD-D5DBEB094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F610D-9AF2-484D-B9EC-9261E6BEF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520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E342-64C9-39F4-D954-07AACD15C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A8130-662C-0827-0F2B-07CC686D7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8E513-4A8A-D7CF-E59D-8D5C8283D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D8AA-2300-43E7-BF39-186F8F1E7FF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F2688-B8A1-C57E-D26D-5BCA3C272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D1DE8-B11B-0989-A3EC-7D5CD0DB1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F610D-9AF2-484D-B9EC-9261E6BEF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76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9024D-72A9-E926-E5BA-8528A1920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298D7-8DB3-934D-02A8-6DF18149E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34CE8-4364-A013-198F-5047EDE38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D8AA-2300-43E7-BF39-186F8F1E7FF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2C27F-477B-F2B4-A4B7-1649BED16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20440-19B0-0DB2-954F-C3BC8E4A5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F610D-9AF2-484D-B9EC-9261E6BEF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828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771CD-CD6D-E551-2908-DE594768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3C6E9-6FEE-E344-41CF-A08C2CC91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6406AC-7C0F-5974-5F5E-F3BCC39FD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314E2-9FDF-8621-095D-9F3FDB6D8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D8AA-2300-43E7-BF39-186F8F1E7FF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132F9-96C8-23D2-A9E2-48B409D2C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ECC18-37A4-1FC7-E11C-5298C620F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F610D-9AF2-484D-B9EC-9261E6BEF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67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7CC8E-AA46-4B6F-0E5C-A943A6EFF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204A9-95F0-35BA-CCD8-261ABEFD3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15783E-34CE-935C-70F4-E987E038C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AB2A54-C32B-E0E7-B215-AAAED062BB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28454D-D3D4-F6DD-8E8A-8F9FD868F1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D3A9BD-90F7-4F32-9D28-5EBCE4046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D8AA-2300-43E7-BF39-186F8F1E7FF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5F01A3-2B18-0A3F-36C0-ADBBE3D96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53A697-A4D3-D521-4DC0-D0C0BB3AF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F610D-9AF2-484D-B9EC-9261E6BEF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082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8F234-56CB-3B7D-0AFE-81F4E5C05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10D35-1F3E-3ACC-36D6-E31C67AB6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D8AA-2300-43E7-BF39-186F8F1E7FF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CABAF2-C510-FD65-BC37-1013C6C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7A1EBA-C461-D9B4-6B3A-50635E642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F610D-9AF2-484D-B9EC-9261E6BEF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698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5D1076-744F-9A79-5B94-A3E34B0C7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D8AA-2300-43E7-BF39-186F8F1E7FF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CFFE8D-3138-8FCC-1808-80E7FBE97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B6474-D054-21E2-2D5E-932CC82BC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F610D-9AF2-484D-B9EC-9261E6BEF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352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C45EA-9D2F-6045-D915-8C12F94AC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85DD9-7ACF-5D6F-DE52-43314F1C0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1BEAA-5313-86C4-90B1-F4B3C1424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1FE29-57EB-6ECF-7CFF-4E56D4F87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D8AA-2300-43E7-BF39-186F8F1E7FF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3B753-AF35-3116-1F60-11E04FCA0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8492B-4FA5-64E8-789C-134F0AA75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F610D-9AF2-484D-B9EC-9261E6BEF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61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5C0E9-A11F-4056-88DD-0A190F170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55D005-7940-AB90-53C1-BCBB0E4256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F9F9D-FA26-F945-A682-58D96373D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BAEDC-7815-EFD9-0C0D-90337C66A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D8AA-2300-43E7-BF39-186F8F1E7FF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98D1C-D771-48C3-3BBF-722E1A57B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C54A9-DC3D-AEF0-3870-7FA8C1D9D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F610D-9AF2-484D-B9EC-9261E6BEF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293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1E25-D8DE-152E-A17D-ECA1E44FA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EF5D2-A769-577A-6BCD-727703F7C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82D2D-9F7F-5779-6265-B1D837F0B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D8AA-2300-43E7-BF39-186F8F1E7FF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1366F-E11A-0B12-DC41-498D9CCE3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5CAC1-07E2-17A0-1F3C-92DF982D9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F610D-9AF2-484D-B9EC-9261E6BEF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890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384A12-430B-9C51-4A16-65B864B15D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F58E5C-C2E8-F41A-90EE-815220ECA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8D302-6C40-C90E-5D81-A7719665F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D8AA-2300-43E7-BF39-186F8F1E7FF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A5A4B-E704-11D7-ADE0-111C59B48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671AC-390D-0589-F8F0-E46E6B2BF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F610D-9AF2-484D-B9EC-9261E6BEF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307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BA2FE-A47E-9EDB-AD4D-35C0736A6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4CB68-571E-FC41-87A7-082877B02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1FFA9-CBD9-62B6-02FF-0D5B17BF55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42D8AA-2300-43E7-BF39-186F8F1E7FF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C46F4-C7DA-55D5-9D23-54A6F863D6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5BC7F-FD8A-F0B1-C6DF-04A7BD24D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8F610D-9AF2-484D-B9EC-9261E6BEF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156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515C9-0FDD-FB3D-B9F2-DD4D13C4B6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Task 4: Dashboard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7EEA9A-8D7F-27F0-B7CB-41C7466E12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Name: Vinay Raj</a:t>
            </a:r>
          </a:p>
          <a:p>
            <a:r>
              <a:rPr lang="en-US" dirty="0"/>
              <a:t>Tool: Power BI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9228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EF1CB-6E4B-A975-8848-5B4D673AA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2C57F-4852-7390-2BDF-A1DC73F0B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Designed an interactive dashboard using Power BI</a:t>
            </a:r>
          </a:p>
          <a:p>
            <a:r>
              <a:rPr lang="en-US" dirty="0"/>
              <a:t>Analyzed sales data from Superstore dataset</a:t>
            </a:r>
          </a:p>
          <a:p>
            <a:r>
              <a:rPr lang="en-US" dirty="0"/>
              <a:t>Identified business insights using KPIs and charts</a:t>
            </a:r>
          </a:p>
          <a:p>
            <a:r>
              <a:rPr lang="en-US" dirty="0"/>
              <a:t>Created an interactive and user-friendly dashboard for business decision-making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8486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4E3C-9BF3-FA7B-C296-30B60F3E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Performance Indicators (KPIs)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61F8C-B4DB-B010-DB49-5A5087D0E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Total Sales: 2.23M</a:t>
            </a:r>
          </a:p>
          <a:p>
            <a:r>
              <a:rPr lang="en-US" dirty="0"/>
              <a:t> Total Profit: 283.14K</a:t>
            </a:r>
          </a:p>
          <a:p>
            <a:r>
              <a:rPr lang="en-US" dirty="0"/>
              <a:t> Total Orders: 4898</a:t>
            </a:r>
          </a:p>
          <a:p>
            <a:r>
              <a:rPr lang="en-US" dirty="0"/>
              <a:t> Profit Margin: 12.70%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046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0F631-7A77-498F-0A9D-7468FA109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Visualizations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CC672-0B16-8EC7-7417-7A7FE67DC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Bar Chart – Sales by Category</a:t>
            </a:r>
          </a:p>
          <a:p>
            <a:r>
              <a:rPr lang="en-US" dirty="0"/>
              <a:t>Pie Chart – Sales by Segment</a:t>
            </a:r>
          </a:p>
          <a:p>
            <a:r>
              <a:rPr lang="en-US" dirty="0"/>
              <a:t>Line Chart – Sales by Year</a:t>
            </a:r>
          </a:p>
          <a:p>
            <a:r>
              <a:rPr lang="en-US" dirty="0"/>
              <a:t>Filters – Region, Category, Date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5208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FA6BF-2C78-DF86-AC91-959B937E5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F8E-48D7-9754-811F-DB9B12699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West region has highest sales</a:t>
            </a:r>
          </a:p>
          <a:p>
            <a:r>
              <a:rPr lang="en-US" dirty="0"/>
              <a:t> Technology category performs best</a:t>
            </a:r>
          </a:p>
          <a:p>
            <a:r>
              <a:rPr lang="en-US" dirty="0"/>
              <a:t> Sales increased over the years</a:t>
            </a:r>
          </a:p>
          <a:p>
            <a:r>
              <a:rPr lang="en-US" dirty="0"/>
              <a:t> Profit margin is around 12.7%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1632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5F87C-ED56-9294-FEE3-B1B68943C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Preview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A13B97-B455-DC2C-9F5E-D05CA97BB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286" y="1592557"/>
            <a:ext cx="8044250" cy="502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683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A69AF-2642-8229-2662-4250C82AA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A6382-05B2-1B5B-03D2-AC80C03FD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Dashboard helps track business performance easily</a:t>
            </a:r>
          </a:p>
          <a:p>
            <a:r>
              <a:rPr lang="en-US"/>
              <a:t> </a:t>
            </a:r>
            <a:r>
              <a:rPr lang="en-US" dirty="0"/>
              <a:t>Provides insights for better decision-making</a:t>
            </a:r>
          </a:p>
          <a:p>
            <a:r>
              <a:rPr lang="en-US"/>
              <a:t> </a:t>
            </a:r>
            <a:r>
              <a:rPr lang="en-US" dirty="0"/>
              <a:t>Useful for stakeholders and management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436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146</Words>
  <Application>Microsoft Office PowerPoint</Application>
  <PresentationFormat>Widescreen</PresentationFormat>
  <Paragraphs>29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Task 4: Dashboard Design</vt:lpstr>
      <vt:lpstr>Objective</vt:lpstr>
      <vt:lpstr>Key Performance Indicators (KPIs)</vt:lpstr>
      <vt:lpstr>Visualizations Used</vt:lpstr>
      <vt:lpstr>Business Insights</vt:lpstr>
      <vt:lpstr>Dashboard Preview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Vinay raj V</dc:creator>
  <cp:lastModifiedBy>Vinay raj V</cp:lastModifiedBy>
  <cp:revision>3</cp:revision>
  <dcterms:created xsi:type="dcterms:W3CDTF">2026-04-15T08:29:17Z</dcterms:created>
  <dcterms:modified xsi:type="dcterms:W3CDTF">2026-04-15T08:32:45Z</dcterms:modified>
</cp:coreProperties>
</file>